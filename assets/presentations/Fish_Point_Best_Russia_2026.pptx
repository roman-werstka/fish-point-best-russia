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72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8771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Светлана · 20 сек
Добрый день. Представьте: двадцать километров от МКАД — и вы сворачиваете в сосны. Город остаётся за воротами. Fish Point — это свой дом в соснах, где день собирается сам. Гостю не нужно ничего планировать, ему нужно только выбирать. Сейчас я проведу вас через один такой день.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Светлана · 30 сек
Вы живёте не в номере, а в собственном доме из финской сосны. Тёплое дерево, своя терраса, вокруг ели. Таких домов сорок три. Утро начинается не с очереди на завтрак: его приносят прямо на вашу террасу. Кофе, свежий воздух, тишина. Внутри есть всё для самостоятельной жизни, но говорить об этом не нужно: гость покупает не оснащение, а это утро.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Светлана · 30 сек
Почему Fish Point становится целью поездки? Потому что здесь день собирается сам. Утром — завтрак на террасе. Днём дети на экоферме и рыбалке, а взрослые в бане или SPA. Вечером — ужин в ресторане или прямо в доме. А ночью наступает то, что получают только живущие гости: тишина, когда дневные гости уже уехали.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Светлана · 35 сек
Дети в это время знакомятся с енотами и сурикатами на экоферме — там около тридцати видов животных. В детском клубе работает няня, проходят игры и мастер-классы. А кто-то впервые в жизни вытаскивает настоящую рыбу вместе с инструктором. Вечером эту рыбу ему приготовят, и про этот ужин ребёнок будет рассказывать весь год. Родители в это время отдыхают по-настоящему.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Светлана · 35 сек
Рыбалка здесь — полноценное впечатление и для опытного рыбака, и для того, кто впервые держит удочку. В водоёме ловят карпа, осетра и щуку. Для детей есть Fast-fishing с инструктором. Снасти выдадут, а улов приготовят в ресторане: от воды до стола в один день.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Светлана · 30 сек
Пока дети заняты, взрослые уходят в русскую баню на дровах. Она всегда приватная: только гость и его компания. Четыре банные программы, восемь видов парения, от мягкого знакомства с баней до глубокого восстановления. Пармастер, жар, аромат, купель и чай после парения. Важна не процедура, а весь ритуал.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Светлана · 25 сек
SPA продолжает ту же идею: время, которое принадлежит только гостю. Шесть авторских программ на косметике Comfort Zone, массажи и уходы для лица и тела. Процедуру легко добавить к отдыху пары, семейной поездке или банному дню.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Светлана · 30 сек
Вечером — ужин в одном из двух ресторанов. Fish Point — это современная рыбная кухня, proKavkaz — щедрый Кавказ, в меню есть halal-позиции. А можно вообще не выходить из дома: завтрак, обед и ужин привезут прямо в коттедж.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Светлана · 35 сек
И самое ценное начинается, когда дневные гости уезжают. Днём сюда приезжают, а вечером здесь остаются. Вечер без дороги домой: никому не нужно садиться за руль. Баня, после которой не нужно ехать, а можно сразу пойти в свой дом. Тишина среди сосен, фонари, территория, которая принадлежит живущим гостям. И утро на своей террасе, пока дети бегут на экоферму. Именно ради этого к нам едут с ночёвкой, даже из Москвы.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Олеся · 35 сек
Для мероприятий у нас четыре банкетные площадки вместимостью до 250 гостей: свадьбы, юбилеи, корпоративы, стратегические сессии. Размещение, питание и программа находятся на одной территории. После праздника гости не ищут такси, а идут в свои дома. А утром праздник продолжается за завтраком.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Светлана · 30 сек
Агенту легко рекомендовать Fish Point, потому что в одной локации собираются разные поездки: семейные каникулы, несколько приватных дней для пары, отдых с собакой или поездка компанией. Гость получает готовый сценарий, который мы адаптируем под его состав и интересы.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Светлана · 30 сек
Партнёру не нужно собирать поездку по частям. Скажите нам, кто едет: семья, пара, гости с собакой или группа. Один менеджер соберёт дом, рестораны, баню, SPA, рыбалку и детскую программу. Гости оценивают нас на 9,3 из 10 по 363 отзывам. Вы продаёте не ночь, а готовый сценарий.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Светлана · 20 сек
Лучший способ понять Fish Point — приехать и прожить этот день самим. Приглашаем вас на инспекционный визит: покажем дома и площадки, познакомим с ресторанами и соберём предложение под вашего гостя. Fish Point — это свой дом в соснах, где день собирается сам. Спасибо.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D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pic>
        <p:nvPicPr>
          <p:cNvPr id="3" name="Image 1" descr="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02920"/>
            <a:ext cx="1737360" cy="627501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ED8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Best Russia · для партнёров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19202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Свой дом в соснах, где день собирается сам</a:t>
            </a:r>
            <a:endParaRPr lang="en-US" sz="30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520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3ED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Загородный курорт для всей семьи </a:t>
            </a:r>
            <a:r>
              <a:rPr lang="en-US" sz="1300" dirty="0" err="1">
                <a:solidFill>
                  <a:srgbClr val="D3ED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около</a:t>
            </a:r>
            <a:r>
              <a:rPr lang="en-US" sz="1300" dirty="0">
                <a:solidFill>
                  <a:srgbClr val="D3ED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2</a:t>
            </a:r>
            <a:r>
              <a:rPr lang="ru-RU" sz="1300" dirty="0">
                <a:solidFill>
                  <a:srgbClr val="D3ED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r>
              <a:rPr lang="en-US" sz="1300" dirty="0">
                <a:solidFill>
                  <a:srgbClr val="D3ED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км от МКАД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EED8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06240" cy="51435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663440" y="8229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300" dirty="0">
                <a:solidFill>
                  <a:srgbClr val="063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Уютный и теплый </a:t>
            </a:r>
            <a:r>
              <a:rPr lang="en-US" sz="2300" dirty="0">
                <a:solidFill>
                  <a:srgbClr val="063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дом из финской сосны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466344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dirty="0">
                <a:solidFill>
                  <a:srgbClr val="ADA1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43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22860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 err="1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отдельных</a:t>
            </a:r>
            <a:r>
              <a:rPr lang="en-US" sz="130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ru-RU" sz="130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коттеджа</a:t>
            </a:r>
            <a:r>
              <a:rPr lang="en-US" sz="130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среди елей и сосен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315468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D3EDEE"/>
          </a:solidFill>
          <a:ln/>
        </p:spPr>
      </p:sp>
      <p:sp>
        <p:nvSpPr>
          <p:cNvPr id="8" name="Shape 5"/>
          <p:cNvSpPr/>
          <p:nvPr/>
        </p:nvSpPr>
        <p:spPr>
          <a:xfrm>
            <a:off x="6766560" y="315468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D3EDE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846320" y="3310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3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Своя терраса</a:t>
            </a:r>
            <a:endParaRPr lang="en-US" sz="1300" b="1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363931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Кофе и тишина среди зелени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949440" y="3310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63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Завтрак</a:t>
            </a:r>
            <a:r>
              <a:rPr lang="en-US" sz="1300" b="1" dirty="0">
                <a:solidFill>
                  <a:srgbClr val="063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ru-RU" sz="1300" b="1" dirty="0">
                <a:solidFill>
                  <a:srgbClr val="063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 </a:t>
            </a:r>
            <a:r>
              <a:rPr lang="en-US" sz="1300" b="1" dirty="0">
                <a:solidFill>
                  <a:srgbClr val="063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дом</a:t>
            </a:r>
            <a:endParaRPr lang="en-US" sz="1300" b="1" dirty="0"/>
          </a:p>
        </p:txBody>
      </p:sp>
      <p:sp>
        <p:nvSpPr>
          <p:cNvPr id="12" name="Text 9"/>
          <p:cNvSpPr txBox="1"/>
          <p:nvPr/>
        </p:nvSpPr>
        <p:spPr>
          <a:xfrm>
            <a:off x="6949440" y="363931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Каждый день с 08:</a:t>
            </a:r>
            <a:r>
              <a:rPr lang="ru-RU" sz="110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r>
              <a:rPr lang="en-US" sz="110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 на вашу террасу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ADA1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24688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697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063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День, в котором не нужно ничего планировать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48640" y="3383280"/>
            <a:ext cx="1874520" cy="1280160"/>
          </a:xfrm>
          <a:prstGeom prst="roundRect">
            <a:avLst>
              <a:gd name="adj" fmla="val 5714"/>
            </a:avLst>
          </a:prstGeom>
          <a:solidFill>
            <a:srgbClr val="D3EDE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13232" y="3520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63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Утро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13232" y="384048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Завтрак на террасе, прогулка среди сосен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606040" y="3383280"/>
            <a:ext cx="1874520" cy="1280160"/>
          </a:xfrm>
          <a:prstGeom prst="roundRect">
            <a:avLst>
              <a:gd name="adj" fmla="val 5714"/>
            </a:avLst>
          </a:prstGeom>
          <a:solidFill>
            <a:srgbClr val="D3EDE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770632" y="3520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63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День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770632" y="384048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Экоферма и рыбалка для детей, баня или SPA для взрослых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3383280"/>
            <a:ext cx="1874520" cy="1280160"/>
          </a:xfrm>
          <a:prstGeom prst="roundRect">
            <a:avLst>
              <a:gd name="adj" fmla="val 5714"/>
            </a:avLst>
          </a:prstGeom>
          <a:solidFill>
            <a:srgbClr val="D3EDE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28032" y="3520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63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Вечер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828032" y="384048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Ужин в ресторане или в своём доме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720840" y="3383280"/>
            <a:ext cx="1874520" cy="1280160"/>
          </a:xfrm>
          <a:prstGeom prst="roundRect">
            <a:avLst>
              <a:gd name="adj" fmla="val 5714"/>
            </a:avLst>
          </a:prstGeom>
          <a:solidFill>
            <a:srgbClr val="063D3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885432" y="3520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ED8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Ночь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885432" y="384048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Тишина, </a:t>
            </a:r>
            <a:r>
              <a:rPr lang="ru-RU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фонари и свежий воздух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ADA1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0"/>
            <a:ext cx="420624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DA1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Детям — открытия, родителям — отдых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2296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063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День, который ребёнок будет пересказывать весь год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233172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D3EDE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24505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3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Экоферма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148840" y="24505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Около 30 видов животных: дикобраз, еноты, сурикаты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3172968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D3EDE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3291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3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Детский клуб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148840" y="3291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Няня, игры и мастер-классы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4014216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D3EDE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" y="41330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3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Первая рыбалка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148840" y="41330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 инструктором и настоящим уловом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ADA1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063D34">
              <a:alpha val="92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502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ED8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Рыболовный клуб «Золотой сазан»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229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Поймать, удивиться и попробовать на ужин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ED8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водоёме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157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Карп, осётр и щука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ED8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Детям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4930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Fast-fishing с инструктором: форель, осётр, стерлядь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977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ED8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 воды к столу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702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Снасти выдадут, улов приготовят в ресторане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EED8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3D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0"/>
            <a:ext cx="384048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ED8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Русская баня на дровах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2296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Баня, которая принадлежит только вам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dirty="0">
                <a:solidFill>
                  <a:srgbClr val="EED8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5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1089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3ED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банные программы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057400" y="22402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dirty="0">
                <a:solidFill>
                  <a:srgbClr val="EED8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5000" dirty="0"/>
          </a:p>
        </p:txBody>
      </p:sp>
      <p:sp>
        <p:nvSpPr>
          <p:cNvPr id="8" name="Text 5"/>
          <p:cNvSpPr txBox="1"/>
          <p:nvPr/>
        </p:nvSpPr>
        <p:spPr>
          <a:xfrm>
            <a:off x="2057400" y="31089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3ED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видов парения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22402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dirty="0">
                <a:solidFill>
                  <a:srgbClr val="EED8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500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31089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3ED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компания в </a:t>
            </a:r>
            <a:r>
              <a:rPr lang="en-US" sz="1100" dirty="0" err="1">
                <a:solidFill>
                  <a:srgbClr val="D3ED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бане</a:t>
            </a:r>
            <a:r>
              <a:rPr lang="ru-RU" sz="1100" dirty="0">
                <a:solidFill>
                  <a:srgbClr val="D3ED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и  </a:t>
            </a:r>
            <a:r>
              <a:rPr lang="en-US" sz="1100" dirty="0" err="1">
                <a:solidFill>
                  <a:srgbClr val="D3ED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только</a:t>
            </a:r>
            <a:r>
              <a:rPr lang="en-US" sz="1100" dirty="0">
                <a:solidFill>
                  <a:srgbClr val="D3ED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ваша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0233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Пармастер, жар, аромат, купель и чай после парения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EED8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84048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389120" y="502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DA1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SPA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389120" y="8229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063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Время, которое принадлежит только вам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4389120" y="214884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dirty="0">
                <a:solidFill>
                  <a:srgbClr val="ADA1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5257800" y="23591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авторских программ восстановления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389120" y="320040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D3EDEE"/>
          </a:solidFill>
          <a:ln/>
        </p:spPr>
      </p:sp>
      <p:sp>
        <p:nvSpPr>
          <p:cNvPr id="8" name="Shape 5"/>
          <p:cNvSpPr/>
          <p:nvPr/>
        </p:nvSpPr>
        <p:spPr>
          <a:xfrm>
            <a:off x="6583680" y="320040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D3EDE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0" y="33467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3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Comfort Zone</a:t>
            </a:r>
            <a:endParaRPr lang="en-US" sz="1300" b="1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367588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Премиальная итальянская косметика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766560" y="33467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3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Персонально</a:t>
            </a:r>
            <a:endParaRPr lang="en-US" sz="1300" b="1" dirty="0"/>
          </a:p>
        </p:txBody>
      </p:sp>
      <p:sp>
        <p:nvSpPr>
          <p:cNvPr id="12" name="Text 9"/>
          <p:cNvSpPr txBox="1"/>
          <p:nvPr/>
        </p:nvSpPr>
        <p:spPr>
          <a:xfrm>
            <a:off x="6766560" y="367588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Массажи и уходы для лица и тела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ADA1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0"/>
            <a:ext cx="3840480" cy="51435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82296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063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Два ресторана или ужин на своей террасе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214884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D3EDEE"/>
          </a:solidFill>
          <a:ln/>
        </p:spPr>
      </p:sp>
      <p:sp>
        <p:nvSpPr>
          <p:cNvPr id="6" name="Shape 3"/>
          <p:cNvSpPr/>
          <p:nvPr/>
        </p:nvSpPr>
        <p:spPr>
          <a:xfrm>
            <a:off x="2834640" y="214884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D3EDE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2304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63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Fish Point</a:t>
            </a:r>
            <a:endParaRPr lang="en-US" sz="1400" b="1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517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Современная </a:t>
            </a:r>
            <a:r>
              <a:rPr lang="en-US" sz="1100" dirty="0" err="1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рыбная</a:t>
            </a:r>
            <a:r>
              <a:rPr lang="en-US" sz="110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100" dirty="0" err="1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кухня</a:t>
            </a:r>
            <a:r>
              <a:rPr lang="ru-RU" sz="110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100" dirty="0" err="1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авторские</a:t>
            </a:r>
            <a:r>
              <a:rPr lang="en-US" sz="110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100" dirty="0" err="1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рецепты</a:t>
            </a:r>
            <a:r>
              <a:rPr lang="ru-RU" sz="110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10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 halal-</a:t>
            </a:r>
            <a:r>
              <a:rPr lang="en-US" sz="1100" dirty="0" err="1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позиции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3017520" y="2304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63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proKavkaz</a:t>
            </a:r>
            <a:endParaRPr lang="en-US" sz="1400" b="1" dirty="0"/>
          </a:p>
        </p:txBody>
      </p:sp>
      <p:sp>
        <p:nvSpPr>
          <p:cNvPr id="10" name="Text 7"/>
          <p:cNvSpPr txBox="1"/>
          <p:nvPr/>
        </p:nvSpPr>
        <p:spPr>
          <a:xfrm>
            <a:off x="3017520" y="26517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Щедрая </a:t>
            </a:r>
            <a:r>
              <a:rPr lang="en-US" sz="1100" dirty="0" err="1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кавказская</a:t>
            </a:r>
            <a:r>
              <a:rPr lang="en-US" sz="110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100" dirty="0" err="1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кухня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794760"/>
            <a:ext cx="4389120" cy="731520"/>
          </a:xfrm>
          <a:prstGeom prst="roundRect">
            <a:avLst>
              <a:gd name="adj" fmla="val 10000"/>
            </a:avLst>
          </a:prstGeom>
          <a:solidFill>
            <a:srgbClr val="063D3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" y="390448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Завтрак, обед и ужин можно заказать прямо в дом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ADA1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3D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0624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617720" y="457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663440" y="7772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Отдых построенный из любви к себе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4663440" y="2148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ED8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Вечер без дороги домой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2423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Никому не нужно садиться за руль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28254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ED8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Баня, когда некуда спешить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309981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После парения — сразу в свой дом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35021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ED8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Тишина среди сосен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37764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Территория остаётся тем, кто здесь живёт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41788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ED8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Утро на своей террасе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44531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Завтрак с 08:00, пока дети бегут на ферму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EED8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84048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389120" y="502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DA1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События под ключ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389120" y="8229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063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Праздник, который продолжается утром за завтраком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4389120" y="21945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dirty="0">
                <a:solidFill>
                  <a:srgbClr val="ADA1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438912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банкетные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площадки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21945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dirty="0">
                <a:solidFill>
                  <a:srgbClr val="ADA1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 250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гостей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365760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D3ED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37490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Свадьбы, юбилеи, корпоративы и стратегические сессии. Гости ночуют в коттеджах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ADA1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0"/>
            <a:ext cx="35661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DA1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Кому рекомендовать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22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063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Одна локация — четыре разные поездки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063D3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2167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ED8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Семье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4871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Экоферма, детский клуб и первая рыбалка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71800" y="201168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D3EDE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154680" y="2167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63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Паре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154680" y="24871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Свой дом, приватная баня и SPA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33756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D3EDE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" y="3493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63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 собакой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8130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Проживание с питомцем в отдельном доме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971800" y="333756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D3EDE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154680" y="3493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63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Группе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154680" y="38130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Рестораны, площадки и программа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ADA1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DA1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Для партнёров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063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 привозите гостя. Мы собираем его поездку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126480" y="54864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063D3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355080" y="7315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dirty="0">
                <a:solidFill>
                  <a:srgbClr val="EED8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9,3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6355080" y="1645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из 10 по 363 отзывам гостей на 101hotels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D3ED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852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ADA1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4015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63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 говорите, кто едет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886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Семья, пара, гости с собакой или группа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274320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D3ED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74720" y="2852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ADA1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4015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63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Один менеджер собирает всё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886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Дом, рестораны, баня, SPA, рыбалка и детская программа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274320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D3EDE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2852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ADA1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34015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63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Гость получает готовую поездку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3886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43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 лишней логистики и отдельных бронирований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ADA1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3D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0"/>
            <a:ext cx="4206240" cy="5143500"/>
          </a:xfrm>
          <a:prstGeom prst="rect">
            <a:avLst/>
          </a:prstGeom>
        </p:spPr>
      </p:pic>
      <p:pic>
        <p:nvPicPr>
          <p:cNvPr id="3" name="Image 1" descr="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02920"/>
            <a:ext cx="1737360" cy="627501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50876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Сначала увидеть. Потом уверенно рекомендовать</a:t>
            </a:r>
            <a:endParaRPr lang="en-US" sz="23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7432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3ED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Приглашаем на инспекционный визит: покажем дома и площадки и соберём предложение под вашего гостя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ED8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Светлана Первая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0233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+7 916 187-20-20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s.pervaya@fishpointhotel.ru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EED8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1334</Words>
  <Application>Microsoft Office PowerPoint</Application>
  <PresentationFormat>Экран (16:9)</PresentationFormat>
  <Paragraphs>142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Montserrat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 Point Family Resort — Best Russia</dc:title>
  <dc:subject>PptxGenJS Presentation</dc:subject>
  <dc:creator>PptxGenJS</dc:creator>
  <cp:lastModifiedBy>Пользователь</cp:lastModifiedBy>
  <cp:revision>3</cp:revision>
  <dcterms:created xsi:type="dcterms:W3CDTF">2026-10-01T12:43:53Z</dcterms:created>
  <dcterms:modified xsi:type="dcterms:W3CDTF">2026-10-01T15:00:21Z</dcterms:modified>
</cp:coreProperties>
</file>